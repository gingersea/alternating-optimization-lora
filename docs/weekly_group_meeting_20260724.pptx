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A-SYNC 协议族演化</a:t>
            </a:r>
            <a:br/>
            <a:r>
              <a:t>与 FLOPs 归一化对比实验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CCEE"/>
                </a:solidFill>
              </a:defRPr>
            </a:pPr>
            <a:r>
              <a:t>Alternating Optimization for LLM Post-Training — 周进展汇报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99AA"/>
                </a:solidFill>
              </a:defRPr>
            </a:pPr>
            <a:r>
              <a:t>2026年7月23-24日  |  5 commits  |  2 GPU实验  |  3份文档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本周工作概览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5 commits, 3 major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</a:defRPr>
            </a:pPr>
            <a:r>
              <a:t>📊  双语文档交付：EN + ZH A-SYNC 变体报告（456KB + 529KB PDF）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</a:defRPr>
            </a:pPr>
            <a:r>
              <a:t>📐  基础理论文档：残差放大（ρ≈1.08）因果推导 + A-SYNC 12变体分类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</a:defRPr>
            </a:pPr>
            <a:r>
              <a:t>🧪  FLOPs归一化实验：A-SYNC CONSTANT vs AdamW vs LoRA on OPT-125m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</a:defRPr>
            </a:pPr>
            <a:r>
              <a:t>关键数字：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</a:defRPr>
            </a:pPr>
            <a:r>
              <a:t>  • 5 commits 推送至 github.com/hjiang555-a11y + gingersea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</a:defRPr>
            </a:pPr>
            <a:r>
              <a:t>  • 7 张新图表 + 1 张 FLOPs 对比图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</a:defRPr>
            </a:pPr>
            <a:r>
              <a:t>  • ~4000 字技术文档（中英双语）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</a:defRPr>
            </a:pPr>
            <a:r>
              <a:t>  • A-SYNC CONSTANT 48c: OPT-125m PPL 2246→60.7, Qwen7B PPL 58.8→7.6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问题背景：残差连接 = 扰动放大器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为什么 Protocol A 在深层模型上发散？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每层 Transformer: h_{l+1} = h_l + f_l(h_l)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恒等路径 h_l 原样保留 ALS 扰动 δ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每层额外叠加 f_l 对扰动输入的响应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核心公式：δ_{l+1} = (I + J_l) · δ_l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J_l = 层 l 的雅可比矩阵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‖I + J_l‖ ≈ 1.08 (跨层几何均值)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级联 27 层: 1.08²⁷ ≈ 8.0× 放大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SGD 每周期恢复 ≈ 0.005 PPL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→ 1600:1 不对称 → 灾难性发散</a:t>
            </a:r>
          </a:p>
        </p:txBody>
      </p:sp>
      <p:pic>
        <p:nvPicPr>
          <p:cNvPr id="4" name="Picture 3" descr="fig1_res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303520" cy="2926080"/>
          </a:xfrm>
          <a:prstGeom prst="rect">
            <a:avLst/>
          </a:prstGeom>
        </p:spPr>
      </p:pic>
      <p:pic>
        <p:nvPicPr>
          <p:cNvPr id="5" name="Picture 4" descr="fig6_depth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114800"/>
            <a:ext cx="530352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核心创新：A-SYNC 梯度注入机制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从权重修改 → 梯度塑形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Protocol A (旧): ALS 直接修改 lm_head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→ 权重变化进入前传 → 残差链放大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→ 28层模型 11/11 次发散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A-SYNC (新): 3步流程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① ALS 计算 δ = W_als − W_before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② 权重立即恢复！lm_head 不变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③ SGD 时注入: grad += sync × δ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关键：模型前传从不看到 ALS 权重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→ 扰动绕过残差放大路径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→ 7B (28L) 首次收敛！</a:t>
            </a:r>
          </a:p>
        </p:txBody>
      </p:sp>
      <p:pic>
        <p:nvPicPr>
          <p:cNvPr id="4" name="Picture 3" descr="fig2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760720" cy="2560320"/>
          </a:xfrm>
          <a:prstGeom prst="rect">
            <a:avLst/>
          </a:prstGeom>
        </p:spPr>
      </p:pic>
      <p:pic>
        <p:nvPicPr>
          <p:cNvPr id="5" name="Picture 4" descr="fig4_conver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3840480"/>
            <a:ext cx="576072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A-SYNC 变体演化全景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12 variants → CONSTANT 48c 最优 (7B PPL=7.6)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1188720"/>
            <a:ext cx="2651760" cy="3657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变体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3017520" y="1188720"/>
            <a:ext cx="3108960" cy="3657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机制要点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188720"/>
            <a:ext cx="2743200" cy="3657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7B PPL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0" y="1188720"/>
            <a:ext cx="1828800" cy="3657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vs CONSTANT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72768"/>
            <a:ext cx="26517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A-SYNC Vanilla (8c)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572768"/>
            <a:ext cx="31089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delta注入+扰动+指数衰减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572768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25.8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1572768"/>
            <a:ext cx="18288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Δ+18.2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956816"/>
            <a:ext cx="26517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A-SYNC No-Perturb (8c)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956816"/>
            <a:ext cx="31089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去扰动阶段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56816"/>
            <a:ext cx="274320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16.6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956816"/>
            <a:ext cx="182880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Δ+9.0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340864"/>
            <a:ext cx="26517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A-SYNC Cosine (32c)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340864"/>
            <a:ext cx="31089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余弦衰减 sync+lr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340864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13.2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0" y="2340864"/>
            <a:ext cx="18288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Δ+5.6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724912"/>
            <a:ext cx="26517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A-SYNC CONSTANT (24c)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2724912"/>
            <a:ext cx="31089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恒sync=0.05, lr=2e-4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724912"/>
            <a:ext cx="274320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9.0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2724912"/>
            <a:ext cx="182880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Δ+1.4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108960"/>
            <a:ext cx="26517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A-SYNC CONSTANT (48c)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3108960"/>
            <a:ext cx="3108960" cy="36576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1">
                <a:solidFill>
                  <a:srgbClr val="202020"/>
                </a:solidFill>
              </a:defRPr>
            </a:pPr>
            <a:r>
              <a:t>延至48周期, C44收敛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108960"/>
            <a:ext cx="2743200" cy="36576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1">
                <a:solidFill>
                  <a:srgbClr val="202020"/>
                </a:solidFill>
              </a:defRPr>
            </a:pPr>
            <a:r>
              <a:t>7.6 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3108960"/>
            <a:ext cx="18288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BASELINE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93008"/>
            <a:ext cx="26517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A-CYCLE (3×8)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3493008"/>
            <a:ext cx="31089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Cosine重启×3块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493008"/>
            <a:ext cx="274320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16.5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0" y="3493008"/>
            <a:ext cx="182880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Δ+8.9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877056"/>
            <a:ext cx="26517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A-SYNC+EMA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3877056"/>
            <a:ext cx="31089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δ的指数滑动平均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877056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0.5B: 5.5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0" y="3877056"/>
            <a:ext cx="18288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未测7B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261104"/>
            <a:ext cx="26517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A-SYNC+Aligned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4261104"/>
            <a:ext cx="31089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只注入梯度同向分量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4261104"/>
            <a:ext cx="274320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0.5B: 5.5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0" y="4261104"/>
            <a:ext cx="182880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未测7B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645152"/>
            <a:ext cx="26517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A-SYNC+SWA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4645152"/>
            <a:ext cx="31089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权重平均 (C10起)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4645152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10.5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4645152"/>
            <a:ext cx="18288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Δ+2.9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5029200"/>
            <a:ext cx="26517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A-PROBE (r=64)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7520" y="5029200"/>
            <a:ext cx="31089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低秩探针绕过lm_head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5029200"/>
            <a:ext cx="274320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22.8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0" y="5029200"/>
            <a:ext cx="182880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Δ+15.2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5413248"/>
            <a:ext cx="26517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LARS optimizer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5413248"/>
            <a:ext cx="31089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层自适应学习率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0" y="5413248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未测7B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0" y="5413248"/>
            <a:ext cx="18288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/>
          <a:lstStyle/>
          <a:p>
            <a:pPr algn="ctr">
              <a:defRPr sz="1000" b="0">
                <a:solidFill>
                  <a:srgbClr val="202020"/>
                </a:solidFill>
              </a:defRPr>
            </a:pPr>
            <a: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93445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0504D"/>
                </a:solidFill>
              </a:defRPr>
            </a:pPr>
            <a:r>
              <a:t>结论: 衰减策略(cosine/exponential)全部有害 → CONSTANT 无衰减是最优调度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7B 收敛排名：全部 A-SYNC 变体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Qwen2.5-7B (28L) — CONSTANT 48c 夺冠</a:t>
            </a:r>
          </a:p>
        </p:txBody>
      </p:sp>
      <p:pic>
        <p:nvPicPr>
          <p:cNvPr id="3" name="Picture 2" descr="fig7_score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修复策略分类：5大类别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哪个策略真正有效？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A. 降低扰动幅度 — EMA平滑、Aligned注入、step_size减小 → 效果有限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B. 增强恢复能力 — 更多SGD步、更高lr、LARS → 边际改善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C. 改变干预机制 ★ — A-SYNC梯度注入(关键突破)、A-PROBE低秩探针 → 一阶改善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D. 改变衰减调度 ★★ — CONSTANT无衰减(最优)、Cosine(最差)、Warm Restart(中等)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E. 事后平滑 — SWA → 在A-SYNC非稳态轨迹上反而变差(+3.3 PPL)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核心洞察: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• Category C (梯度注入) 是让7B收敛的唯一原因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• Category D (CONSTANT) 是7B PPL从25.8→7.6的关键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• ALS δ幅值随body自适应自动衰减 → 外部衰减完全多余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FLOPs 归一化对比实验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CCEE"/>
                </a:solidFill>
              </a:defRPr>
            </a:pPr>
            <a:r>
              <a:t>A-SYNC CONSTANT vs AdamW Full-Rank vs LoRA AdamW  on  OPT-125m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FLOPs 归一化实验设计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OPT-125m (12L, 125M params), WikiText-2, float32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3协议对比: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① A-SYNC CONSTANT 48c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   ALS δ → grad注入, sync=0.05恒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② AdamW Full-Rank (Protocol B)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   β=(0.9,0.999), lr=1e-4, wd=0.01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③ LoRA AdamW r=8, α=16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   target: q,v,k,out_proj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FLOPs 会计 (每步):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ALS = 4 × params = 501 MFLOPs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SGD = 6 × params = 751 MFLOPs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AdamW = 10 × params = 1252 MFLOPs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LoRA AdamW = 10 × lora = 5.9 MFLOPs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FLOPs 预算匹配: AdamW步数 = A-SYNC总FLOPs/10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GPU: 2×RTX 5090, ~5min/协议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1887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关键参数: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• 125,239,296 全秩参数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• 589,824 LoRA参数 (213× fewer)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• 24 + 48 周期 A-SYNC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• 720 步 AdamW/LoRA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• batch_size=4 train / 8 eval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• seq_len=128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评估: 每个 A-SYNC cycle / 每30 AdamW步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→ 25 个评估点/协议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PPL计算: WikiText-2 test set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PPL = exp(avg cross-entropy)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FLOPs vs PPL 对比图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OPT-125m: AdamW 最优 (PPL 23.2), LoRA 最省 (0.013T)</a:t>
            </a:r>
          </a:p>
        </p:txBody>
      </p:sp>
      <p:pic>
        <p:nvPicPr>
          <p:cNvPr id="3" name="Picture 2" descr="flops_sweep_opt125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1170432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FLOPs 归一化对比数据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数值结果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2468880" cy="43891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协议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3017520" y="1188720"/>
            <a:ext cx="2743200" cy="43891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最终 PPL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0" y="1188720"/>
            <a:ext cx="2103120" cy="43891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FLOPs (T)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188720"/>
            <a:ext cx="2286000" cy="43891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墙钟时间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1188720"/>
            <a:ext cx="1828800" cy="43891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PPL/TFLOP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246888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02020"/>
                </a:solidFill>
              </a:defRPr>
            </a:pPr>
            <a:r>
              <a:t>AdamW Full-Rank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645920"/>
            <a:ext cx="274320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02020"/>
                </a:solidFill>
              </a:defRPr>
            </a:pPr>
            <a:r>
              <a:t>23.2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645920"/>
            <a:ext cx="210312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02020"/>
                </a:solidFill>
              </a:defRPr>
            </a:pPr>
            <a:r>
              <a:t>0.911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645920"/>
            <a:ext cx="228600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02020"/>
                </a:solidFill>
              </a:defRPr>
            </a:pPr>
            <a:r>
              <a:t>136s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0" y="1645920"/>
            <a:ext cx="182880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02020"/>
                </a:solidFill>
              </a:defRPr>
            </a:pPr>
            <a:r>
              <a:t>25.5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03120"/>
            <a:ext cx="246888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02020"/>
                </a:solidFill>
              </a:defRPr>
            </a:pPr>
            <a:r>
              <a:t>LoRA AdamW (r=8)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2103120"/>
            <a:ext cx="274320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02020"/>
                </a:solidFill>
              </a:defRPr>
            </a:pPr>
            <a:r>
              <a:t>37.3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2103120"/>
            <a:ext cx="210312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02020"/>
                </a:solidFill>
              </a:defRPr>
            </a:pPr>
            <a:r>
              <a:t>0.013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103120"/>
            <a:ext cx="228600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02020"/>
                </a:solidFill>
              </a:defRPr>
            </a:pPr>
            <a:r>
              <a:t>142s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0" y="2103120"/>
            <a:ext cx="182880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02020"/>
                </a:solidFill>
              </a:defRPr>
            </a:pPr>
            <a:r>
              <a:t>2812.4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560320"/>
            <a:ext cx="2468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02020"/>
                </a:solidFill>
              </a:defRPr>
            </a:pPr>
            <a:r>
              <a:t>A-SYNC CONSTANT 48c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2560320"/>
            <a:ext cx="27432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02020"/>
                </a:solidFill>
              </a:defRPr>
            </a:pPr>
            <a:r>
              <a:t>60.7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2560320"/>
            <a:ext cx="2103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02020"/>
                </a:solidFill>
              </a:defRPr>
            </a:pPr>
            <a:r>
              <a:t>1.846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2560320"/>
            <a:ext cx="22860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02020"/>
                </a:solidFill>
              </a:defRPr>
            </a:pPr>
            <a:r>
              <a:t>318s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0" y="2560320"/>
            <a:ext cx="18288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02020"/>
                </a:solidFill>
              </a:defRPr>
            </a:pPr>
            <a:r>
              <a:t>32.9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017520"/>
            <a:ext cx="246888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02020"/>
                </a:solidFill>
              </a:defRPr>
            </a:pPr>
            <a:r>
              <a:t>A-SYNC CONSTANT 24c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3017520"/>
            <a:ext cx="274320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02020"/>
                </a:solidFill>
              </a:defRPr>
            </a:pPr>
            <a:r>
              <a:t>74.1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3017520"/>
            <a:ext cx="210312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02020"/>
                </a:solidFill>
              </a:defRPr>
            </a:pPr>
            <a:r>
              <a:t>0.923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3017520"/>
            <a:ext cx="228600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02020"/>
                </a:solidFill>
              </a:defRPr>
            </a:pPr>
            <a:r>
              <a:t>163s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0" y="3017520"/>
            <a:ext cx="182880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02020"/>
                </a:solidFill>
              </a:defRPr>
            </a:pPr>
            <a:r>
              <a:t>80.3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6576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• AdamW Full-Rank 绝对最优: PPL 23.2 at 0.91T FLOPs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• LoRA AdamW 效率最优: PPL 37.3 at 0.013T FLOPs — 70× 更省算力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• A-SYNC 48c 仍在收敛: 每cycle ΔPPL ≈ −0.3~−0.7, 未见平台 (预测80+cycle可达PPL&lt;40)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• A-SYNC 优势在深层模型(28L+)而非浅层(12L): ρ^11=2.3× ← 梯度注入无收益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A-SYNC 48c 收敛轨迹 (OPT-125m)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单调收敛，未见平台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起始: PPL = 2246.1 (baseline)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Cycle  1: 1458.4   Cycle 13:  97.7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Cycle  5:  360.2   Cycle 17:  84.6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Cycle  9:  140.2   Cycle 21:  78.1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Cycle 25:  73.3   Cycle 37:  65.0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Cycle 29:  69.9   Cycle 41:  63.2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Cycle 33:  67.2   Cycle 45:  61.8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                  Cycle 48:  60.7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晚期每cycle改善: ΔPPL ≈ −0.3~−0.7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预测: 100 cycle → PPL ≈ 40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AdamW 在相同 FLOPs: PPL = 23.2 (已趋平)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结论: A-SYNC 持续改善但速度慢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→ 需 3-4× AdamW算力才能追平</a:t>
            </a:r>
          </a:p>
        </p:txBody>
      </p:sp>
      <p:pic>
        <p:nvPicPr>
          <p:cNvPr id="4" name="Picture 3" descr="flops_sweep_opt125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跨模型结果汇总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不同深度的不同表现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12层 (OPT-125m):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• ρ^11 = 2.3× → A-SYNC收敛但慢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• AdamW 大胜: PPL 23.2 vs 60.7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24层 (Qwen0.5B):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• ρ^23 = 5.9× → 边际不稳定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• A-SYNC+ 全部收敛 PPL 5.5 (容量底)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• LoRA 同达 PPL 5.5 (更省算力)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28层 (Qwen7B):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• ρ^27 = 8.0× → Protocol A 发散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• A-SYNC CONSTANT 首次收敛: PPL 7.6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• AdamW 仍远优: PPL 1.25 (800 steps)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• 差距 6.1× — 但 7.7× 低于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18872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关键洞察: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1. A-SYNC 价值在深层模型(≥28L)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 浅层模型梯度注入开销无收益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2. CONSTANT 调度是核心发现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 衰减策略全部反作用: Cosine 最差,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 Exponential 次之, 无衰减最优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3. 自然收敛是确证的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 7B C44 收敛, OPT-125m 48c 未见平台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 → ALS δ 幅值随 body 自适应自动衰减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 → 外部衰减完全多余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4. 仍有 6.1× 差距 vs AdamW on 7B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 可能原因: ALS 目标不对齐 + 仅lm_head</a:t>
            </a:r>
          </a:p>
          <a:p>
            <a:pPr>
              <a:spcAft>
                <a:spcPts val="400"/>
              </a:spcAft>
              <a:defRPr sz="1200">
                <a:solidFill>
                  <a:srgbClr val="202020"/>
                </a:solidFill>
              </a:defRPr>
            </a:pPr>
            <a:r>
              <a:t>   未覆盖 + 梯度裁剪限幅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下一步计划 &amp; 总结</a:t>
            </a:r>
          </a:p>
          <a:p>
            <a:pPr>
              <a:defRPr sz="1300" i="1">
                <a:solidFill>
                  <a:srgbClr val="CCDDEE"/>
                </a:solidFill>
              </a:defRPr>
            </a:pPr>
            <a:r>
              <a:t>What's next?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短期 (1-2周):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1. A-SYNC+EMA/Aligned 7B 验证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   (脚本已有, 仅缺GPU运行)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2. A-PROBE 更大rank (256/512/1024)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3. 多head ALS: 2-3个attention层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中期 (2-4周):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4. A-SYNC CONSTANT 96+ cycle 7B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   (测试是否能追平AdamW)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5. A-SYNC+LARS 7B (层自适应学习率)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论文推进: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6. 独立复核者复算主表</a:t>
            </a:r>
          </a:p>
          <a:p>
            <a:pPr>
              <a:spcAft>
                <a:spcPts val="400"/>
              </a:spcAft>
              <a:defRPr sz="1300">
                <a:solidFill>
                  <a:srgbClr val="202020"/>
                </a:solidFill>
              </a:defRPr>
            </a:pPr>
            <a:r>
              <a:t>  7. 选择投稿期刊 (TMLR / arXiv+workshop)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F497D"/>
                </a:solidFill>
              </a:defRPr>
            </a:pPr>
            <a:r>
              <a:t>本周核心结论:</a:t>
            </a:r>
          </a:p>
          <a:p>
            <a:pPr>
              <a:spcAft>
                <a:spcPts val="400"/>
              </a:spcAft>
              <a:defRPr sz="1300">
                <a:solidFill>
                  <a:srgbClr val="1F497D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F497D"/>
                </a:solidFill>
              </a:defRPr>
            </a:pPr>
            <a:r>
              <a:t>1. 残差放大 (ρ≈1.08) 是Protocol A</a:t>
            </a:r>
          </a:p>
          <a:p>
            <a:pPr>
              <a:spcAft>
                <a:spcPts val="400"/>
              </a:spcAft>
              <a:defRPr sz="1300">
                <a:solidFill>
                  <a:srgbClr val="1F497D"/>
                </a:solidFill>
              </a:defRPr>
            </a:pPr>
            <a:r>
              <a:t>   发散的根本原因 (因果推导+实验验证)</a:t>
            </a:r>
          </a:p>
          <a:p>
            <a:pPr>
              <a:spcAft>
                <a:spcPts val="400"/>
              </a:spcAft>
              <a:defRPr sz="1300">
                <a:solidFill>
                  <a:srgbClr val="1F497D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F497D"/>
                </a:solidFill>
              </a:defRPr>
            </a:pPr>
            <a:r>
              <a:t>2. A-SYNC 梯度注入绕过残差放大</a:t>
            </a:r>
          </a:p>
          <a:p>
            <a:pPr>
              <a:spcAft>
                <a:spcPts val="400"/>
              </a:spcAft>
              <a:defRPr sz="1300">
                <a:solidFill>
                  <a:srgbClr val="1F497D"/>
                </a:solidFill>
              </a:defRPr>
            </a:pPr>
            <a:r>
              <a:t>   → 7B首次收敛 (从发散 → PPL 7.6)</a:t>
            </a:r>
          </a:p>
          <a:p>
            <a:pPr>
              <a:spcAft>
                <a:spcPts val="400"/>
              </a:spcAft>
              <a:defRPr sz="1300">
                <a:solidFill>
                  <a:srgbClr val="1F497D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F497D"/>
                </a:solidFill>
              </a:defRPr>
            </a:pPr>
            <a:r>
              <a:t>3. CONSTANT 调度是最优的:</a:t>
            </a:r>
          </a:p>
          <a:p>
            <a:pPr>
              <a:spcAft>
                <a:spcPts val="400"/>
              </a:spcAft>
              <a:defRPr sz="1300">
                <a:solidFill>
                  <a:srgbClr val="1F497D"/>
                </a:solidFill>
              </a:defRPr>
            </a:pPr>
            <a:r>
              <a:t>   衰减全部反作用, 自然收敛无需外部衰减</a:t>
            </a:r>
          </a:p>
          <a:p>
            <a:pPr>
              <a:spcAft>
                <a:spcPts val="400"/>
              </a:spcAft>
              <a:defRPr sz="1300">
                <a:solidFill>
                  <a:srgbClr val="1F497D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F497D"/>
                </a:solidFill>
              </a:defRPr>
            </a:pPr>
            <a:r>
              <a:t>4. FLOPs归一化: AdamW &gt; A-SYNC</a:t>
            </a:r>
          </a:p>
          <a:p>
            <a:pPr>
              <a:spcAft>
                <a:spcPts val="400"/>
              </a:spcAft>
              <a:defRPr sz="1300">
                <a:solidFill>
                  <a:srgbClr val="1F497D"/>
                </a:solidFill>
              </a:defRPr>
            </a:pPr>
            <a:r>
              <a:t>   但 A-SYNC 仍在改善 (未见平台)</a:t>
            </a:r>
          </a:p>
          <a:p>
            <a:pPr>
              <a:spcAft>
                <a:spcPts val="400"/>
              </a:spcAft>
              <a:defRPr sz="1300">
                <a:solidFill>
                  <a:srgbClr val="1F497D"/>
                </a:solidFill>
              </a:defRPr>
            </a:pPr>
            <a:r>
              <a:t>   LoRA 效率领先 70×</a:t>
            </a:r>
          </a:p>
          <a:p>
            <a:pPr>
              <a:spcAft>
                <a:spcPts val="400"/>
              </a:spcAft>
              <a:defRPr sz="1300">
                <a:solidFill>
                  <a:srgbClr val="1F497D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F497D"/>
                </a:solidFill>
              </a:defRPr>
            </a:pPr>
            <a:r>
              <a:t>5. A-SYNC 定位: 深层模型专用</a:t>
            </a:r>
          </a:p>
          <a:p>
            <a:pPr>
              <a:spcAft>
                <a:spcPts val="400"/>
              </a:spcAft>
              <a:defRPr sz="1300">
                <a:solidFill>
                  <a:srgbClr val="1F497D"/>
                </a:solidFill>
              </a:defRPr>
            </a:pPr>
            <a:r>
              <a:t>   12L 无优势, 28L 是关键突破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Thanks!  ·  github.com/hjiang555-a11y/alternating-optimization-lora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